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New Customer Sales by Campaign &amp; Channel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New Customer Sales ($)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Email - Campaign A</c:v>
                </c:pt>
                <c:pt idx="1">
                  <c:v>Email - Campaign B</c:v>
                </c:pt>
                <c:pt idx="2">
                  <c:v>Instagram - Campaign A</c:v>
                </c:pt>
                <c:pt idx="3">
                  <c:v>Instagram - Campaign B</c:v>
                </c:pt>
                <c:pt idx="4">
                  <c:v>Web - Campaign A</c:v>
                </c:pt>
                <c:pt idx="5">
                  <c:v>Web - Campaign B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54000</c:v>
                </c:pt>
                <c:pt idx="1">
                  <c:v>38000</c:v>
                </c:pt>
                <c:pt idx="2">
                  <c:v>30000</c:v>
                </c:pt>
                <c:pt idx="3">
                  <c:v>22000</c:v>
                </c:pt>
                <c:pt idx="4">
                  <c:v>25000</c:v>
                </c:pt>
                <c:pt idx="5">
                  <c:v>18000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New Customer Growth Recommendation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097280"/>
          <a:ext cx="82296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3035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/>
            </a:pPr>
            <a:r>
              <a:t>Recommendation:</a:t>
            </a:r>
          </a:p>
          <a:p>
            <a:pPr lvl="1">
              <a:defRPr sz="1400"/>
            </a:pPr>
            <a:r>
              <a:t>Double down on Campaign A via Email next quarter. This combination generated the highest new customer sales and shows the strongest acquisition performance across all channels.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